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10"/>
  </p:notesMasterIdLst>
  <p:handoutMasterIdLst>
    <p:handoutMasterId r:id="rId11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82690" autoAdjust="0"/>
  </p:normalViewPr>
  <p:slideViewPr>
    <p:cSldViewPr snapToGrid="0">
      <p:cViewPr varScale="1">
        <p:scale>
          <a:sx n="95" d="100"/>
          <a:sy n="95" d="100"/>
        </p:scale>
        <p:origin x="111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0" d="100"/>
        <a:sy n="2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979F0FA9-8A40-03CC-5809-784FD00125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9840C83D-54BE-F1B4-2FF9-C35C46ECAAF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1048D30-372C-1D56-47E6-0031CD01961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F4C77B-FD6C-4A48-8FF6-E1DB55C3EE0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169068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319AC-CEE6-442F-825F-F8F19148BC67}" type="datetimeFigureOut">
              <a:rPr lang="tr-TR" smtClean="0"/>
              <a:t>5.12.2025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94DC70-ACCE-4117-AE97-E2F84CA9F103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7975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ikdörtgen 6">
            <a:extLst>
              <a:ext uri="{FF2B5EF4-FFF2-40B4-BE49-F238E27FC236}">
                <a16:creationId xmlns:a16="http://schemas.microsoft.com/office/drawing/2014/main" id="{E9CF6AC2-898A-DA4E-5974-10F6879CFA3D}"/>
              </a:ext>
            </a:extLst>
          </p:cNvPr>
          <p:cNvSpPr/>
          <p:nvPr userDrawn="1"/>
        </p:nvSpPr>
        <p:spPr>
          <a:xfrm>
            <a:off x="1177766" y="200455"/>
            <a:ext cx="4341704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noProof="0" dirty="0">
                <a:ln w="0"/>
                <a:solidFill>
                  <a:schemeClr val="accent5">
                    <a:lumMod val="75000"/>
                  </a:schemeClr>
                </a:solidFill>
              </a:rPr>
              <a:t>İzmir </a:t>
            </a:r>
            <a:r>
              <a:rPr lang="en-US" noProof="0" dirty="0" err="1">
                <a:ln w="0"/>
                <a:solidFill>
                  <a:schemeClr val="accent5">
                    <a:lumMod val="75000"/>
                  </a:schemeClr>
                </a:solidFill>
              </a:rPr>
              <a:t>Katip</a:t>
            </a:r>
            <a:r>
              <a:rPr lang="en-US" noProof="0" dirty="0">
                <a:ln w="0"/>
                <a:solidFill>
                  <a:schemeClr val="accent5">
                    <a:lumMod val="75000"/>
                  </a:schemeClr>
                </a:solidFill>
              </a:rPr>
              <a:t> Çelebi University</a:t>
            </a:r>
          </a:p>
          <a:p>
            <a:r>
              <a:rPr lang="en-US" noProof="0" dirty="0">
                <a:ln w="0"/>
                <a:solidFill>
                  <a:schemeClr val="accent5">
                    <a:lumMod val="75000"/>
                  </a:schemeClr>
                </a:solidFill>
              </a:rPr>
              <a:t>Department of </a:t>
            </a:r>
            <a:r>
              <a:rPr lang="en-US" b="0" cap="none" spc="0" noProof="0" dirty="0">
                <a:ln w="0"/>
                <a:solidFill>
                  <a:schemeClr val="accent5">
                    <a:lumMod val="75000"/>
                  </a:schemeClr>
                </a:solidFill>
              </a:rPr>
              <a:t>Mechatronics Engineering</a:t>
            </a:r>
            <a:r>
              <a:rPr lang="en-US" noProof="0" dirty="0">
                <a:ln w="0"/>
                <a:solidFill>
                  <a:schemeClr val="accent5">
                    <a:lumMod val="75000"/>
                  </a:schemeClr>
                </a:solidFill>
              </a:rPr>
              <a:t> Laboratory of </a:t>
            </a:r>
            <a:r>
              <a:rPr lang="en-US" b="0" cap="none" spc="0" noProof="0" dirty="0">
                <a:ln w="0"/>
                <a:solidFill>
                  <a:schemeClr val="accent5">
                    <a:lumMod val="75000"/>
                  </a:schemeClr>
                </a:solidFill>
              </a:rPr>
              <a:t>Electromechanics</a:t>
            </a:r>
          </a:p>
        </p:txBody>
      </p:sp>
      <p:pic>
        <p:nvPicPr>
          <p:cNvPr id="8" name="Picture 2" descr="İKÇÜ UTİ (@ikcu.uti) • Instagram photos and videos">
            <a:extLst>
              <a:ext uri="{FF2B5EF4-FFF2-40B4-BE49-F238E27FC236}">
                <a16:creationId xmlns:a16="http://schemas.microsoft.com/office/drawing/2014/main" id="{4C1A8CC6-AFD3-085F-3B12-AA9D40A03C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292" y="204735"/>
            <a:ext cx="881381" cy="881381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Düz Bağlayıcı 10">
            <a:extLst>
              <a:ext uri="{FF2B5EF4-FFF2-40B4-BE49-F238E27FC236}">
                <a16:creationId xmlns:a16="http://schemas.microsoft.com/office/drawing/2014/main" id="{5BFA311D-BA76-3FB8-05BE-B9C40872331D}"/>
              </a:ext>
            </a:extLst>
          </p:cNvPr>
          <p:cNvCxnSpPr>
            <a:cxnSpLocks/>
          </p:cNvCxnSpPr>
          <p:nvPr/>
        </p:nvCxnSpPr>
        <p:spPr>
          <a:xfrm flipH="1">
            <a:off x="162124" y="1189234"/>
            <a:ext cx="6546247" cy="11056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70286F0C-2C98-6890-E229-9908885EED6A}"/>
              </a:ext>
            </a:extLst>
          </p:cNvPr>
          <p:cNvSpPr txBox="1"/>
          <p:nvPr userDrawn="1"/>
        </p:nvSpPr>
        <p:spPr>
          <a:xfrm>
            <a:off x="7598359" y="374811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/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DA910077-73F7-9C48-6570-D3FDDC06ED11}"/>
              </a:ext>
            </a:extLst>
          </p:cNvPr>
          <p:cNvSpPr txBox="1"/>
          <p:nvPr userDrawn="1"/>
        </p:nvSpPr>
        <p:spPr>
          <a:xfrm>
            <a:off x="0" y="6288213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b="0" cap="none" spc="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(SEMINAR NAME)</a:t>
            </a:r>
          </a:p>
        </p:txBody>
      </p:sp>
      <p:sp>
        <p:nvSpPr>
          <p:cNvPr id="24" name="Metin kutusu 23">
            <a:extLst>
              <a:ext uri="{FF2B5EF4-FFF2-40B4-BE49-F238E27FC236}">
                <a16:creationId xmlns:a16="http://schemas.microsoft.com/office/drawing/2014/main" id="{2A24E1BC-B31D-96E0-5110-67359791B5B1}"/>
              </a:ext>
            </a:extLst>
          </p:cNvPr>
          <p:cNvSpPr txBox="1"/>
          <p:nvPr userDrawn="1"/>
        </p:nvSpPr>
        <p:spPr>
          <a:xfrm>
            <a:off x="7911" y="2758268"/>
            <a:ext cx="12192000" cy="721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tr-TR" sz="40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(PRESENTATION TITLE)</a:t>
            </a:r>
            <a:endParaRPr lang="tr-TR" sz="2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2" name="Metin kutusu 21">
            <a:extLst>
              <a:ext uri="{FF2B5EF4-FFF2-40B4-BE49-F238E27FC236}">
                <a16:creationId xmlns:a16="http://schemas.microsoft.com/office/drawing/2014/main" id="{034077C6-7792-A462-7687-955FC9E42EFC}"/>
              </a:ext>
            </a:extLst>
          </p:cNvPr>
          <p:cNvSpPr txBox="1"/>
          <p:nvPr userDrawn="1"/>
        </p:nvSpPr>
        <p:spPr>
          <a:xfrm>
            <a:off x="0" y="4233334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600" noProof="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(AUTHORS)</a:t>
            </a:r>
            <a:endParaRPr lang="en-US" sz="3600" noProof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5" name="Grup 5">
            <a:extLst>
              <a:ext uri="{FF2B5EF4-FFF2-40B4-BE49-F238E27FC236}">
                <a16:creationId xmlns:a16="http://schemas.microsoft.com/office/drawing/2014/main" id="{41E0417C-D100-4CB7-0290-D47619163E95}"/>
              </a:ext>
            </a:extLst>
          </p:cNvPr>
          <p:cNvGrpSpPr/>
          <p:nvPr userDrawn="1"/>
        </p:nvGrpSpPr>
        <p:grpSpPr>
          <a:xfrm>
            <a:off x="6353293" y="-190413"/>
            <a:ext cx="5838707" cy="2553057"/>
            <a:chOff x="3310690" y="434609"/>
            <a:chExt cx="5838707" cy="2553057"/>
          </a:xfrm>
        </p:grpSpPr>
        <p:grpSp>
          <p:nvGrpSpPr>
            <p:cNvPr id="6" name="Grup 6">
              <a:extLst>
                <a:ext uri="{FF2B5EF4-FFF2-40B4-BE49-F238E27FC236}">
                  <a16:creationId xmlns:a16="http://schemas.microsoft.com/office/drawing/2014/main" id="{9F8C3C9C-8B38-2563-8A48-4E57C9668D3B}"/>
                </a:ext>
              </a:extLst>
            </p:cNvPr>
            <p:cNvGrpSpPr/>
            <p:nvPr/>
          </p:nvGrpSpPr>
          <p:grpSpPr>
            <a:xfrm>
              <a:off x="7110248" y="1105313"/>
              <a:ext cx="2039149" cy="1440000"/>
              <a:chOff x="6800091" y="1105313"/>
              <a:chExt cx="2039149" cy="1440000"/>
            </a:xfrm>
          </p:grpSpPr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DCB9AB31-1611-0314-895D-E6B843829393}"/>
                  </a:ext>
                </a:extLst>
              </p:cNvPr>
              <p:cNvSpPr/>
              <p:nvPr/>
            </p:nvSpPr>
            <p:spPr>
              <a:xfrm>
                <a:off x="7184568" y="1105313"/>
                <a:ext cx="1440000" cy="1440000"/>
              </a:xfrm>
              <a:prstGeom prst="ellipse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500" b="0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Bahnschrift Light" panose="020B0502040204020203" pitchFamily="34" charset="0"/>
                  </a:rPr>
                  <a:t>LAB</a:t>
                </a:r>
              </a:p>
            </p:txBody>
          </p:sp>
          <p:cxnSp>
            <p:nvCxnSpPr>
              <p:cNvPr id="33" name="Düz Bağlayıcı 14">
                <a:extLst>
                  <a:ext uri="{FF2B5EF4-FFF2-40B4-BE49-F238E27FC236}">
                    <a16:creationId xmlns:a16="http://schemas.microsoft.com/office/drawing/2014/main" id="{C52C801A-AFE1-BCB4-6791-5D0AA600FFFC}"/>
                  </a:ext>
                </a:extLst>
              </p:cNvPr>
              <p:cNvCxnSpPr>
                <a:cxnSpLocks/>
                <a:stCxn id="32" idx="2"/>
              </p:cNvCxnSpPr>
              <p:nvPr/>
            </p:nvCxnSpPr>
            <p:spPr>
              <a:xfrm flipH="1" flipV="1">
                <a:off x="6800091" y="1815265"/>
                <a:ext cx="384477" cy="10048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Düz Bağlayıcı 15">
                <a:extLst>
                  <a:ext uri="{FF2B5EF4-FFF2-40B4-BE49-F238E27FC236}">
                    <a16:creationId xmlns:a16="http://schemas.microsoft.com/office/drawing/2014/main" id="{678DBC2D-DC6E-8DBE-ADB8-2880DAB45ED5}"/>
                  </a:ext>
                </a:extLst>
              </p:cNvPr>
              <p:cNvCxnSpPr>
                <a:cxnSpLocks/>
                <a:endCxn id="32" idx="6"/>
              </p:cNvCxnSpPr>
              <p:nvPr/>
            </p:nvCxnSpPr>
            <p:spPr>
              <a:xfrm flipH="1">
                <a:off x="8624568" y="1814256"/>
                <a:ext cx="214672" cy="11057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Dikdörtgen 16">
                <a:extLst>
                  <a:ext uri="{FF2B5EF4-FFF2-40B4-BE49-F238E27FC236}">
                    <a16:creationId xmlns:a16="http://schemas.microsoft.com/office/drawing/2014/main" id="{C139B6E7-F608-2FED-6236-AA39791AD6F0}"/>
                  </a:ext>
                </a:extLst>
              </p:cNvPr>
              <p:cNvSpPr/>
              <p:nvPr/>
            </p:nvSpPr>
            <p:spPr>
              <a:xfrm>
                <a:off x="7067034" y="1657806"/>
                <a:ext cx="103908" cy="31491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36" name="Dikdörtgen 17">
                <a:extLst>
                  <a:ext uri="{FF2B5EF4-FFF2-40B4-BE49-F238E27FC236}">
                    <a16:creationId xmlns:a16="http://schemas.microsoft.com/office/drawing/2014/main" id="{237F55BA-B0AD-6786-ED81-4BE1A3883631}"/>
                  </a:ext>
                </a:extLst>
              </p:cNvPr>
              <p:cNvSpPr/>
              <p:nvPr/>
            </p:nvSpPr>
            <p:spPr>
              <a:xfrm>
                <a:off x="8638194" y="1667854"/>
                <a:ext cx="103908" cy="31491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cxnSp>
          <p:nvCxnSpPr>
            <p:cNvPr id="26" name="Düz Bağlayıcı 7">
              <a:extLst>
                <a:ext uri="{FF2B5EF4-FFF2-40B4-BE49-F238E27FC236}">
                  <a16:creationId xmlns:a16="http://schemas.microsoft.com/office/drawing/2014/main" id="{0263887F-DF08-A03D-641E-D169641266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0690" y="1815265"/>
              <a:ext cx="353548" cy="257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Serbest Form: Şekil 8">
              <a:extLst>
                <a:ext uri="{FF2B5EF4-FFF2-40B4-BE49-F238E27FC236}">
                  <a16:creationId xmlns:a16="http://schemas.microsoft.com/office/drawing/2014/main" id="{6D6213E5-C501-03CD-9FF8-D1E0EFF1F46B}"/>
                </a:ext>
              </a:extLst>
            </p:cNvPr>
            <p:cNvSpPr/>
            <p:nvPr/>
          </p:nvSpPr>
          <p:spPr>
            <a:xfrm>
              <a:off x="6788552" y="1307943"/>
              <a:ext cx="342379" cy="512698"/>
            </a:xfrm>
            <a:custGeom>
              <a:avLst/>
              <a:gdLst>
                <a:gd name="connsiteX0" fmla="*/ 0 w 310662"/>
                <a:gd name="connsiteY0" fmla="*/ 0 h 509954"/>
                <a:gd name="connsiteX1" fmla="*/ 310662 w 310662"/>
                <a:gd name="connsiteY1" fmla="*/ 509954 h 509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662" h="509954">
                  <a:moveTo>
                    <a:pt x="0" y="0"/>
                  </a:moveTo>
                  <a:cubicBezTo>
                    <a:pt x="96227" y="234461"/>
                    <a:pt x="192454" y="468923"/>
                    <a:pt x="310662" y="509954"/>
                  </a:cubicBez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28" name="Düz Bağlayıcı 9">
              <a:extLst>
                <a:ext uri="{FF2B5EF4-FFF2-40B4-BE49-F238E27FC236}">
                  <a16:creationId xmlns:a16="http://schemas.microsoft.com/office/drawing/2014/main" id="{9E7A7137-0212-F935-1C33-B0742F37F084}"/>
                </a:ext>
              </a:extLst>
            </p:cNvPr>
            <p:cNvCxnSpPr>
              <a:cxnSpLocks/>
            </p:cNvCxnSpPr>
            <p:nvPr/>
          </p:nvCxnSpPr>
          <p:spPr>
            <a:xfrm>
              <a:off x="6022694" y="2160750"/>
              <a:ext cx="532435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Serbest Form: Şekil 10">
              <a:extLst>
                <a:ext uri="{FF2B5EF4-FFF2-40B4-BE49-F238E27FC236}">
                  <a16:creationId xmlns:a16="http://schemas.microsoft.com/office/drawing/2014/main" id="{F99EF93F-446A-B28A-9633-D95F9708BBCE}"/>
                </a:ext>
              </a:extLst>
            </p:cNvPr>
            <p:cNvSpPr/>
            <p:nvPr/>
          </p:nvSpPr>
          <p:spPr>
            <a:xfrm rot="21298829">
              <a:off x="4088591" y="1925763"/>
              <a:ext cx="645201" cy="232255"/>
            </a:xfrm>
            <a:custGeom>
              <a:avLst/>
              <a:gdLst>
                <a:gd name="connsiteX0" fmla="*/ 0 w 555585"/>
                <a:gd name="connsiteY0" fmla="*/ 165904 h 186430"/>
                <a:gd name="connsiteX1" fmla="*/ 391610 w 555585"/>
                <a:gd name="connsiteY1" fmla="*/ 171692 h 186430"/>
                <a:gd name="connsiteX2" fmla="*/ 555585 w 555585"/>
                <a:gd name="connsiteY2" fmla="*/ 0 h 186430"/>
                <a:gd name="connsiteX3" fmla="*/ 555585 w 555585"/>
                <a:gd name="connsiteY3" fmla="*/ 0 h 18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585" h="186430">
                  <a:moveTo>
                    <a:pt x="0" y="165904"/>
                  </a:moveTo>
                  <a:cubicBezTo>
                    <a:pt x="149506" y="182623"/>
                    <a:pt x="299013" y="199343"/>
                    <a:pt x="391610" y="171692"/>
                  </a:cubicBezTo>
                  <a:cubicBezTo>
                    <a:pt x="484208" y="144041"/>
                    <a:pt x="555585" y="0"/>
                    <a:pt x="555585" y="0"/>
                  </a:cubicBezTo>
                  <a:lnTo>
                    <a:pt x="555585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0" name="Metin kutusu 11">
              <a:extLst>
                <a:ext uri="{FF2B5EF4-FFF2-40B4-BE49-F238E27FC236}">
                  <a16:creationId xmlns:a16="http://schemas.microsoft.com/office/drawing/2014/main" id="{8638E692-5DCD-1C71-18C7-201D47128079}"/>
                </a:ext>
              </a:extLst>
            </p:cNvPr>
            <p:cNvSpPr txBox="1"/>
            <p:nvPr/>
          </p:nvSpPr>
          <p:spPr>
            <a:xfrm>
              <a:off x="3449552" y="434609"/>
              <a:ext cx="3623108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0" noProof="0">
                  <a:solidFill>
                    <a:srgbClr val="FFC000"/>
                  </a:solidFill>
                  <a:latin typeface="Congenial UltraLight" panose="02000503040000020004" pitchFamily="2" charset="0"/>
                  <a:cs typeface="Cavolini" panose="020B0502040204020203" pitchFamily="66" charset="0"/>
                </a:rPr>
                <a:t>ems</a:t>
              </a:r>
            </a:p>
          </p:txBody>
        </p:sp>
        <p:sp>
          <p:nvSpPr>
            <p:cNvPr id="31" name="Metin kutusu 12">
              <a:extLst>
                <a:ext uri="{FF2B5EF4-FFF2-40B4-BE49-F238E27FC236}">
                  <a16:creationId xmlns:a16="http://schemas.microsoft.com/office/drawing/2014/main" id="{8607C6A8-6003-8916-CF93-5CA88F45FB53}"/>
                </a:ext>
              </a:extLst>
            </p:cNvPr>
            <p:cNvSpPr txBox="1"/>
            <p:nvPr/>
          </p:nvSpPr>
          <p:spPr>
            <a:xfrm>
              <a:off x="3548612" y="587009"/>
              <a:ext cx="3623108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0" b="0" cap="none" spc="0" noProof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ongenial UltraLight" panose="02000503040000020004" pitchFamily="2" charset="0"/>
                  <a:cs typeface="Cavolini" panose="020B0502040204020203" pitchFamily="66" charset="0"/>
                </a:rPr>
                <a:t>ems</a:t>
              </a:r>
              <a:endParaRPr lang="en-US" sz="15000" noProof="0" dirty="0">
                <a:solidFill>
                  <a:srgbClr val="C00000"/>
                </a:solidFill>
                <a:latin typeface="Congenial UltraLight" panose="02000503040000020004" pitchFamily="2" charset="0"/>
                <a:cs typeface="Cavolini" panose="020B0502040204020203" pitchFamily="66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4174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yf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etin kutusu 7">
            <a:extLst>
              <a:ext uri="{FF2B5EF4-FFF2-40B4-BE49-F238E27FC236}">
                <a16:creationId xmlns:a16="http://schemas.microsoft.com/office/drawing/2014/main" id="{0B968C2B-A640-F486-5E21-02807035A483}"/>
              </a:ext>
            </a:extLst>
          </p:cNvPr>
          <p:cNvSpPr txBox="1"/>
          <p:nvPr userDrawn="1"/>
        </p:nvSpPr>
        <p:spPr>
          <a:xfrm>
            <a:off x="3247814" y="126951"/>
            <a:ext cx="569637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sz="1400" noProof="0" dirty="0">
                <a:solidFill>
                  <a:schemeClr val="bg1"/>
                </a:solidFill>
              </a:rPr>
              <a:t>(PRESENTATION TITLE)</a:t>
            </a:r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15" name="Başlık 14">
            <a:extLst>
              <a:ext uri="{FF2B5EF4-FFF2-40B4-BE49-F238E27FC236}">
                <a16:creationId xmlns:a16="http://schemas.microsoft.com/office/drawing/2014/main" id="{74706135-3805-0128-4F93-B5D321D2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34728"/>
            <a:ext cx="10515600" cy="1325563"/>
          </a:xfrm>
        </p:spPr>
        <p:txBody>
          <a:bodyPr>
            <a:normAutofit/>
          </a:bodyPr>
          <a:lstStyle>
            <a:lvl1pPr>
              <a:defRPr sz="28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</a:defRPr>
            </a:lvl1pPr>
          </a:lstStyle>
          <a:p>
            <a:r>
              <a:rPr lang="en-US" dirty="0" err="1"/>
              <a:t>Asıl</a:t>
            </a:r>
            <a:r>
              <a:rPr lang="en-US" dirty="0"/>
              <a:t> </a:t>
            </a:r>
            <a:r>
              <a:rPr lang="en-US" dirty="0" err="1"/>
              <a:t>başlık</a:t>
            </a:r>
            <a:r>
              <a:rPr lang="en-US" dirty="0"/>
              <a:t> </a:t>
            </a:r>
            <a:r>
              <a:rPr lang="en-US" dirty="0" err="1"/>
              <a:t>stilini</a:t>
            </a:r>
            <a:r>
              <a:rPr lang="en-US" dirty="0"/>
              <a:t> </a:t>
            </a:r>
            <a:r>
              <a:rPr lang="en-US" dirty="0" err="1"/>
              <a:t>düzenlemek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tıklayın</a:t>
            </a:r>
            <a:endParaRPr lang="en-US" dirty="0"/>
          </a:p>
        </p:txBody>
      </p:sp>
      <p:sp>
        <p:nvSpPr>
          <p:cNvPr id="17" name="Veri Yer Tutucusu 3">
            <a:extLst>
              <a:ext uri="{FF2B5EF4-FFF2-40B4-BE49-F238E27FC236}">
                <a16:creationId xmlns:a16="http://schemas.microsoft.com/office/drawing/2014/main" id="{D87BEB21-19B2-A421-1E69-C841A691D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Prepared by </a:t>
            </a:r>
            <a:r>
              <a:rPr lang="tr-TR" dirty="0"/>
              <a:t>(PRESENTOR NAME)</a:t>
            </a:r>
            <a:endParaRPr lang="en-US" dirty="0"/>
          </a:p>
        </p:txBody>
      </p:sp>
      <p:sp>
        <p:nvSpPr>
          <p:cNvPr id="18" name="Alt Bilgi Yer Tutucusu 4">
            <a:extLst>
              <a:ext uri="{FF2B5EF4-FFF2-40B4-BE49-F238E27FC236}">
                <a16:creationId xmlns:a16="http://schemas.microsoft.com/office/drawing/2014/main" id="{BE147FF0-A285-3A2A-CF79-6E600650F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tr-TR" dirty="0"/>
              <a:t>(SEMINAR NAME) </a:t>
            </a:r>
            <a:r>
              <a:rPr lang="en-US" dirty="0"/>
              <a:t>Presentation</a:t>
            </a:r>
          </a:p>
        </p:txBody>
      </p:sp>
      <p:sp>
        <p:nvSpPr>
          <p:cNvPr id="19" name="Slayt Numarası Yer Tutucusu 5">
            <a:extLst>
              <a:ext uri="{FF2B5EF4-FFF2-40B4-BE49-F238E27FC236}">
                <a16:creationId xmlns:a16="http://schemas.microsoft.com/office/drawing/2014/main" id="{5E79ABA6-A1D8-5F55-0DF5-E3CF0B045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F895C-49E0-4476-8E3A-EBC575907B5E}" type="slidenum">
              <a:rPr lang="en-US" smtClean="0"/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3997DA-1219-111D-4548-29BEDEB1DA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91" y="-9343"/>
            <a:ext cx="3050410" cy="865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7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BF427205-B424-8762-B741-92B1FBF0C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F895C-49E0-4476-8E3A-EBC575907B5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8048EC8-328A-38F3-24AE-3FB6B140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636"/>
            <a:ext cx="10515600" cy="1325563"/>
          </a:xfrm>
        </p:spPr>
        <p:txBody>
          <a:bodyPr/>
          <a:lstStyle>
            <a:lvl1pPr>
              <a:defRPr lang="en-US" sz="2800" b="0" kern="1200" cap="none" spc="0" noProof="0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 err="1"/>
              <a:t>Asıl</a:t>
            </a:r>
            <a:r>
              <a:rPr lang="en-US" noProof="0" dirty="0"/>
              <a:t> </a:t>
            </a:r>
            <a:r>
              <a:rPr lang="en-US" noProof="0" dirty="0" err="1"/>
              <a:t>başlık</a:t>
            </a:r>
            <a:r>
              <a:rPr lang="en-US" noProof="0" dirty="0"/>
              <a:t> </a:t>
            </a:r>
            <a:r>
              <a:rPr lang="en-US" noProof="0" dirty="0" err="1"/>
              <a:t>stilini</a:t>
            </a:r>
            <a:r>
              <a:rPr lang="en-US" noProof="0" dirty="0"/>
              <a:t> </a:t>
            </a:r>
            <a:r>
              <a:rPr lang="en-US" noProof="0" dirty="0" err="1"/>
              <a:t>düzenlemek</a:t>
            </a:r>
            <a:r>
              <a:rPr lang="en-US" noProof="0" dirty="0"/>
              <a:t> </a:t>
            </a:r>
            <a:r>
              <a:rPr lang="en-US" noProof="0" dirty="0" err="1"/>
              <a:t>için</a:t>
            </a:r>
            <a:r>
              <a:rPr lang="en-US" noProof="0" dirty="0"/>
              <a:t> </a:t>
            </a:r>
            <a:r>
              <a:rPr lang="en-US" noProof="0" dirty="0" err="1"/>
              <a:t>tıklayın</a:t>
            </a:r>
            <a:endParaRPr lang="en-US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0B795E9D-8BF6-86CC-18D2-E48381A7AA81}"/>
              </a:ext>
            </a:extLst>
          </p:cNvPr>
          <p:cNvGrpSpPr/>
          <p:nvPr userDrawn="1"/>
        </p:nvGrpSpPr>
        <p:grpSpPr>
          <a:xfrm>
            <a:off x="220980" y="6123457"/>
            <a:ext cx="11750040" cy="280907"/>
            <a:chOff x="2112313" y="6075443"/>
            <a:chExt cx="9882479" cy="280907"/>
          </a:xfrm>
        </p:grpSpPr>
        <p:grpSp>
          <p:nvGrpSpPr>
            <p:cNvPr id="10" name="Grup 9">
              <a:extLst>
                <a:ext uri="{FF2B5EF4-FFF2-40B4-BE49-F238E27FC236}">
                  <a16:creationId xmlns:a16="http://schemas.microsoft.com/office/drawing/2014/main" id="{E2BAAEB2-2F43-7034-BF4E-ECED0E4CF82C}"/>
                </a:ext>
              </a:extLst>
            </p:cNvPr>
            <p:cNvGrpSpPr/>
            <p:nvPr userDrawn="1"/>
          </p:nvGrpSpPr>
          <p:grpSpPr>
            <a:xfrm>
              <a:off x="2112313" y="6079350"/>
              <a:ext cx="7890698" cy="277000"/>
              <a:chOff x="1668039" y="466926"/>
              <a:chExt cx="7890698" cy="277000"/>
            </a:xfrm>
          </p:grpSpPr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5F1D84E5-5450-2A96-6662-AF2847828980}"/>
                  </a:ext>
                </a:extLst>
              </p:cNvPr>
              <p:cNvSpPr txBox="1"/>
              <p:nvPr/>
            </p:nvSpPr>
            <p:spPr>
              <a:xfrm>
                <a:off x="1668039" y="466927"/>
                <a:ext cx="1940922" cy="27699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1. </a:t>
                </a:r>
                <a:r>
                  <a:rPr lang="tr-TR" sz="1200" b="1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(SUBJECT)</a:t>
                </a:r>
                <a:endParaRPr lang="en-US" sz="1200" b="1" cap="none" spc="0" noProof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AB3F0F87-54B2-18A2-32A6-56AE8631C3E8}"/>
                  </a:ext>
                </a:extLst>
              </p:cNvPr>
              <p:cNvSpPr txBox="1"/>
              <p:nvPr/>
            </p:nvSpPr>
            <p:spPr>
              <a:xfrm>
                <a:off x="3647873" y="466927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2.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A230EBF2-66CD-9B21-7C9B-9A2348620990}"/>
                  </a:ext>
                </a:extLst>
              </p:cNvPr>
              <p:cNvSpPr txBox="1"/>
              <p:nvPr/>
            </p:nvSpPr>
            <p:spPr>
              <a:xfrm>
                <a:off x="5632746" y="466926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3.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 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95CBE526-1A3E-A1E3-C586-39D94F3ADEB7}"/>
                  </a:ext>
                </a:extLst>
              </p:cNvPr>
              <p:cNvSpPr txBox="1"/>
              <p:nvPr/>
            </p:nvSpPr>
            <p:spPr>
              <a:xfrm>
                <a:off x="7617815" y="466926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4. 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" name="Metin kutusu 3">
              <a:extLst>
                <a:ext uri="{FF2B5EF4-FFF2-40B4-BE49-F238E27FC236}">
                  <a16:creationId xmlns:a16="http://schemas.microsoft.com/office/drawing/2014/main" id="{C2F404FE-CF7C-62A6-B527-FD0657A68C5B}"/>
                </a:ext>
              </a:extLst>
            </p:cNvPr>
            <p:cNvSpPr txBox="1"/>
            <p:nvPr userDrawn="1"/>
          </p:nvSpPr>
          <p:spPr>
            <a:xfrm>
              <a:off x="10053870" y="6075443"/>
              <a:ext cx="1940922" cy="2769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</a:rPr>
                <a:t>5. </a:t>
              </a:r>
              <a:r>
                <a:rPr lang="tr-TR" sz="1200" b="1" noProof="0" dirty="0">
                  <a:solidFill>
                    <a:schemeClr val="bg1"/>
                  </a:solidFill>
                </a:rPr>
                <a:t>(SUBJECT)</a:t>
              </a:r>
              <a:endParaRPr lang="en-US" sz="1200" b="1" noProof="0" dirty="0">
                <a:solidFill>
                  <a:schemeClr val="bg1"/>
                </a:solidFill>
              </a:endParaRP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0BDBD524-B9F4-E15A-82A0-5ABB2422E7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91" y="-9343"/>
            <a:ext cx="3050410" cy="865554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C8044CDE-F394-7025-3CC1-FBF80D657098}"/>
              </a:ext>
            </a:extLst>
          </p:cNvPr>
          <p:cNvSpPr txBox="1"/>
          <p:nvPr userDrawn="1"/>
        </p:nvSpPr>
        <p:spPr>
          <a:xfrm>
            <a:off x="3247814" y="126951"/>
            <a:ext cx="569637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sz="1400" noProof="0" dirty="0">
                <a:solidFill>
                  <a:schemeClr val="bg1"/>
                </a:solidFill>
              </a:rPr>
              <a:t>(PRESENTATION TITLE)</a:t>
            </a:r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9" name="Veri Yer Tutucusu 3">
            <a:extLst>
              <a:ext uri="{FF2B5EF4-FFF2-40B4-BE49-F238E27FC236}">
                <a16:creationId xmlns:a16="http://schemas.microsoft.com/office/drawing/2014/main" id="{A87D61F1-1FF3-CFC6-5AC8-4D4FB9180B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Prepared by </a:t>
            </a:r>
            <a:r>
              <a:rPr lang="tr-TR" dirty="0"/>
              <a:t>(PRESENTOR NAME)</a:t>
            </a:r>
            <a:endParaRPr lang="en-US" dirty="0"/>
          </a:p>
        </p:txBody>
      </p:sp>
      <p:sp>
        <p:nvSpPr>
          <p:cNvPr id="17" name="Alt Bilgi Yer Tutucusu 4">
            <a:extLst>
              <a:ext uri="{FF2B5EF4-FFF2-40B4-BE49-F238E27FC236}">
                <a16:creationId xmlns:a16="http://schemas.microsoft.com/office/drawing/2014/main" id="{329388DB-7C89-1167-D1CE-3C5BC6EBA9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tr-TR" dirty="0"/>
              <a:t>(SEMINAR NAME) </a:t>
            </a: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31681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BF427205-B424-8762-B741-92B1FBF0C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F895C-49E0-4476-8E3A-EBC575907B5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8048EC8-328A-38F3-24AE-3FB6B140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636"/>
            <a:ext cx="10515600" cy="1325563"/>
          </a:xfrm>
        </p:spPr>
        <p:txBody>
          <a:bodyPr/>
          <a:lstStyle>
            <a:lvl1pPr>
              <a:defRPr lang="en-US" sz="2800" b="0" kern="1200" cap="none" spc="0" noProof="0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 err="1"/>
              <a:t>Asıl</a:t>
            </a:r>
            <a:r>
              <a:rPr lang="en-US" noProof="0" dirty="0"/>
              <a:t> </a:t>
            </a:r>
            <a:r>
              <a:rPr lang="en-US" noProof="0" dirty="0" err="1"/>
              <a:t>başlık</a:t>
            </a:r>
            <a:r>
              <a:rPr lang="en-US" noProof="0" dirty="0"/>
              <a:t> </a:t>
            </a:r>
            <a:r>
              <a:rPr lang="en-US" noProof="0" dirty="0" err="1"/>
              <a:t>stilini</a:t>
            </a:r>
            <a:r>
              <a:rPr lang="en-US" noProof="0" dirty="0"/>
              <a:t> </a:t>
            </a:r>
            <a:r>
              <a:rPr lang="en-US" noProof="0" dirty="0" err="1"/>
              <a:t>düzenlemek</a:t>
            </a:r>
            <a:r>
              <a:rPr lang="en-US" noProof="0" dirty="0"/>
              <a:t> </a:t>
            </a:r>
            <a:r>
              <a:rPr lang="en-US" noProof="0" dirty="0" err="1"/>
              <a:t>için</a:t>
            </a:r>
            <a:r>
              <a:rPr lang="en-US" noProof="0" dirty="0"/>
              <a:t> </a:t>
            </a:r>
            <a:r>
              <a:rPr lang="en-US" noProof="0" dirty="0" err="1"/>
              <a:t>tıklayın</a:t>
            </a:r>
            <a:endParaRPr lang="en-US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0B795E9D-8BF6-86CC-18D2-E48381A7AA81}"/>
              </a:ext>
            </a:extLst>
          </p:cNvPr>
          <p:cNvGrpSpPr/>
          <p:nvPr userDrawn="1"/>
        </p:nvGrpSpPr>
        <p:grpSpPr>
          <a:xfrm>
            <a:off x="220980" y="6123457"/>
            <a:ext cx="11750040" cy="280907"/>
            <a:chOff x="2112313" y="6075443"/>
            <a:chExt cx="9882479" cy="280907"/>
          </a:xfrm>
        </p:grpSpPr>
        <p:grpSp>
          <p:nvGrpSpPr>
            <p:cNvPr id="10" name="Grup 9">
              <a:extLst>
                <a:ext uri="{FF2B5EF4-FFF2-40B4-BE49-F238E27FC236}">
                  <a16:creationId xmlns:a16="http://schemas.microsoft.com/office/drawing/2014/main" id="{E2BAAEB2-2F43-7034-BF4E-ECED0E4CF82C}"/>
                </a:ext>
              </a:extLst>
            </p:cNvPr>
            <p:cNvGrpSpPr/>
            <p:nvPr userDrawn="1"/>
          </p:nvGrpSpPr>
          <p:grpSpPr>
            <a:xfrm>
              <a:off x="2112313" y="6079350"/>
              <a:ext cx="7890698" cy="277000"/>
              <a:chOff x="1668039" y="466926"/>
              <a:chExt cx="7890698" cy="277000"/>
            </a:xfrm>
          </p:grpSpPr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5F1D84E5-5450-2A96-6662-AF2847828980}"/>
                  </a:ext>
                </a:extLst>
              </p:cNvPr>
              <p:cNvSpPr txBox="1"/>
              <p:nvPr/>
            </p:nvSpPr>
            <p:spPr>
              <a:xfrm>
                <a:off x="1668039" y="466927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pPr lvl="0"/>
                <a:r>
                  <a:rPr lang="en-US" noProof="0" dirty="0"/>
                  <a:t>1. 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noProof="0" dirty="0"/>
              </a:p>
            </p:txBody>
          </p:sp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AB3F0F87-54B2-18A2-32A6-56AE8631C3E8}"/>
                  </a:ext>
                </a:extLst>
              </p:cNvPr>
              <p:cNvSpPr txBox="1"/>
              <p:nvPr/>
            </p:nvSpPr>
            <p:spPr>
              <a:xfrm>
                <a:off x="3647873" y="466927"/>
                <a:ext cx="1940922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pPr lvl="0"/>
                <a:r>
                  <a:rPr lang="en-US" b="1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2.</a:t>
                </a:r>
                <a:r>
                  <a:rPr lang="tr-TR" sz="1200" b="1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 (SUBJECT)</a:t>
                </a:r>
                <a:endParaRPr lang="en-US" b="1" cap="none" spc="0" noProof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A230EBF2-66CD-9B21-7C9B-9A2348620990}"/>
                  </a:ext>
                </a:extLst>
              </p:cNvPr>
              <p:cNvSpPr txBox="1"/>
              <p:nvPr/>
            </p:nvSpPr>
            <p:spPr>
              <a:xfrm>
                <a:off x="5632746" y="466926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3.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 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95CBE526-1A3E-A1E3-C586-39D94F3ADEB7}"/>
                  </a:ext>
                </a:extLst>
              </p:cNvPr>
              <p:cNvSpPr txBox="1"/>
              <p:nvPr/>
            </p:nvSpPr>
            <p:spPr>
              <a:xfrm>
                <a:off x="7617815" y="466926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4. 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" name="Metin kutusu 3">
              <a:extLst>
                <a:ext uri="{FF2B5EF4-FFF2-40B4-BE49-F238E27FC236}">
                  <a16:creationId xmlns:a16="http://schemas.microsoft.com/office/drawing/2014/main" id="{C2F404FE-CF7C-62A6-B527-FD0657A68C5B}"/>
                </a:ext>
              </a:extLst>
            </p:cNvPr>
            <p:cNvSpPr txBox="1"/>
            <p:nvPr userDrawn="1"/>
          </p:nvSpPr>
          <p:spPr>
            <a:xfrm>
              <a:off x="10053870" y="6075443"/>
              <a:ext cx="1940922" cy="2769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</a:rPr>
                <a:t>5. </a:t>
              </a:r>
              <a:r>
                <a:rPr lang="tr-TR" sz="1200" b="1" noProof="0" dirty="0">
                  <a:solidFill>
                    <a:schemeClr val="bg1"/>
                  </a:solidFill>
                </a:rPr>
                <a:t>(SUBJECT)</a:t>
              </a:r>
              <a:endParaRPr lang="en-US" sz="1200" b="1" noProof="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70AC675-631D-B735-8E1F-1932B20C6B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91" y="-9343"/>
            <a:ext cx="3050410" cy="865554"/>
          </a:xfrm>
          <a:prstGeom prst="rect">
            <a:avLst/>
          </a:prstGeom>
        </p:spPr>
      </p:pic>
      <p:sp>
        <p:nvSpPr>
          <p:cNvPr id="8" name="Metin kutusu 7">
            <a:extLst>
              <a:ext uri="{FF2B5EF4-FFF2-40B4-BE49-F238E27FC236}">
                <a16:creationId xmlns:a16="http://schemas.microsoft.com/office/drawing/2014/main" id="{BA280D03-DC7F-A431-D167-78C0AA9369FD}"/>
              </a:ext>
            </a:extLst>
          </p:cNvPr>
          <p:cNvSpPr txBox="1"/>
          <p:nvPr userDrawn="1"/>
        </p:nvSpPr>
        <p:spPr>
          <a:xfrm>
            <a:off x="3247814" y="126951"/>
            <a:ext cx="569637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sz="1400" noProof="0" dirty="0">
                <a:solidFill>
                  <a:schemeClr val="bg1"/>
                </a:solidFill>
              </a:rPr>
              <a:t>(PRESENTATION TITLE)</a:t>
            </a:r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9" name="Veri Yer Tutucusu 3">
            <a:extLst>
              <a:ext uri="{FF2B5EF4-FFF2-40B4-BE49-F238E27FC236}">
                <a16:creationId xmlns:a16="http://schemas.microsoft.com/office/drawing/2014/main" id="{CEB751A3-B447-A0ED-F22F-FD8C645FB8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Prepared by </a:t>
            </a:r>
            <a:r>
              <a:rPr lang="tr-TR" dirty="0"/>
              <a:t>(PRESENTOR NAME)</a:t>
            </a:r>
            <a:endParaRPr lang="en-US" dirty="0"/>
          </a:p>
        </p:txBody>
      </p:sp>
      <p:sp>
        <p:nvSpPr>
          <p:cNvPr id="16" name="Alt Bilgi Yer Tutucusu 4">
            <a:extLst>
              <a:ext uri="{FF2B5EF4-FFF2-40B4-BE49-F238E27FC236}">
                <a16:creationId xmlns:a16="http://schemas.microsoft.com/office/drawing/2014/main" id="{25D69C32-D574-BAE7-5F65-EFB2899837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tr-TR" dirty="0"/>
              <a:t>(SEMINAR NAME) </a:t>
            </a: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4098607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BF427205-B424-8762-B741-92B1FBF0C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F895C-49E0-4476-8E3A-EBC575907B5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8048EC8-328A-38F3-24AE-3FB6B140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636"/>
            <a:ext cx="10515600" cy="1325563"/>
          </a:xfrm>
        </p:spPr>
        <p:txBody>
          <a:bodyPr/>
          <a:lstStyle>
            <a:lvl1pPr>
              <a:defRPr lang="en-US" sz="2800" b="0" kern="1200" cap="none" spc="0" noProof="0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 err="1"/>
              <a:t>Asıl</a:t>
            </a:r>
            <a:r>
              <a:rPr lang="en-US" noProof="0" dirty="0"/>
              <a:t> </a:t>
            </a:r>
            <a:r>
              <a:rPr lang="en-US" noProof="0" dirty="0" err="1"/>
              <a:t>başlık</a:t>
            </a:r>
            <a:r>
              <a:rPr lang="en-US" noProof="0" dirty="0"/>
              <a:t> </a:t>
            </a:r>
            <a:r>
              <a:rPr lang="en-US" noProof="0" dirty="0" err="1"/>
              <a:t>stilini</a:t>
            </a:r>
            <a:r>
              <a:rPr lang="en-US" noProof="0" dirty="0"/>
              <a:t> </a:t>
            </a:r>
            <a:r>
              <a:rPr lang="en-US" noProof="0" dirty="0" err="1"/>
              <a:t>düzenlemek</a:t>
            </a:r>
            <a:r>
              <a:rPr lang="en-US" noProof="0" dirty="0"/>
              <a:t> </a:t>
            </a:r>
            <a:r>
              <a:rPr lang="en-US" noProof="0" dirty="0" err="1"/>
              <a:t>için</a:t>
            </a:r>
            <a:r>
              <a:rPr lang="en-US" noProof="0" dirty="0"/>
              <a:t> </a:t>
            </a:r>
            <a:r>
              <a:rPr lang="en-US" noProof="0" dirty="0" err="1"/>
              <a:t>tıklayın</a:t>
            </a:r>
            <a:endParaRPr lang="en-US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0B795E9D-8BF6-86CC-18D2-E48381A7AA81}"/>
              </a:ext>
            </a:extLst>
          </p:cNvPr>
          <p:cNvGrpSpPr/>
          <p:nvPr userDrawn="1"/>
        </p:nvGrpSpPr>
        <p:grpSpPr>
          <a:xfrm>
            <a:off x="220980" y="6123457"/>
            <a:ext cx="11750040" cy="280907"/>
            <a:chOff x="2112313" y="6075443"/>
            <a:chExt cx="9882479" cy="280907"/>
          </a:xfrm>
        </p:grpSpPr>
        <p:grpSp>
          <p:nvGrpSpPr>
            <p:cNvPr id="10" name="Grup 9">
              <a:extLst>
                <a:ext uri="{FF2B5EF4-FFF2-40B4-BE49-F238E27FC236}">
                  <a16:creationId xmlns:a16="http://schemas.microsoft.com/office/drawing/2014/main" id="{E2BAAEB2-2F43-7034-BF4E-ECED0E4CF82C}"/>
                </a:ext>
              </a:extLst>
            </p:cNvPr>
            <p:cNvGrpSpPr/>
            <p:nvPr userDrawn="1"/>
          </p:nvGrpSpPr>
          <p:grpSpPr>
            <a:xfrm>
              <a:off x="2112313" y="6079350"/>
              <a:ext cx="7890698" cy="277000"/>
              <a:chOff x="1668039" y="466926"/>
              <a:chExt cx="7890698" cy="277000"/>
            </a:xfrm>
          </p:grpSpPr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5F1D84E5-5450-2A96-6662-AF2847828980}"/>
                  </a:ext>
                </a:extLst>
              </p:cNvPr>
              <p:cNvSpPr txBox="1"/>
              <p:nvPr/>
            </p:nvSpPr>
            <p:spPr>
              <a:xfrm>
                <a:off x="1668039" y="466927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pPr lvl="0"/>
                <a:r>
                  <a:rPr lang="en-US" noProof="0" dirty="0"/>
                  <a:t>1. 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noProof="0" dirty="0"/>
              </a:p>
            </p:txBody>
          </p:sp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AB3F0F87-54B2-18A2-32A6-56AE8631C3E8}"/>
                  </a:ext>
                </a:extLst>
              </p:cNvPr>
              <p:cNvSpPr txBox="1"/>
              <p:nvPr/>
            </p:nvSpPr>
            <p:spPr>
              <a:xfrm>
                <a:off x="3647873" y="466927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2.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 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A230EBF2-66CD-9B21-7C9B-9A2348620990}"/>
                  </a:ext>
                </a:extLst>
              </p:cNvPr>
              <p:cNvSpPr txBox="1"/>
              <p:nvPr/>
            </p:nvSpPr>
            <p:spPr>
              <a:xfrm>
                <a:off x="5632746" y="466926"/>
                <a:ext cx="1940922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defRPr sz="1200" b="1">
                    <a:solidFill>
                      <a:srgbClr val="C00000"/>
                    </a:solidFill>
                  </a:defRPr>
                </a:lvl1pPr>
              </a:lstStyle>
              <a:p>
                <a:pPr lvl="0"/>
                <a:r>
                  <a:rPr lang="en-US" b="1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3. </a:t>
                </a:r>
                <a:r>
                  <a:rPr lang="tr-TR" sz="1200" b="1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(SUBJECT)</a:t>
                </a:r>
                <a:endParaRPr lang="en-US" b="1" cap="none" spc="0" noProof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95CBE526-1A3E-A1E3-C586-39D94F3ADEB7}"/>
                  </a:ext>
                </a:extLst>
              </p:cNvPr>
              <p:cNvSpPr txBox="1"/>
              <p:nvPr/>
            </p:nvSpPr>
            <p:spPr>
              <a:xfrm>
                <a:off x="7617815" y="466926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4. 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" name="Metin kutusu 3">
              <a:extLst>
                <a:ext uri="{FF2B5EF4-FFF2-40B4-BE49-F238E27FC236}">
                  <a16:creationId xmlns:a16="http://schemas.microsoft.com/office/drawing/2014/main" id="{C2F404FE-CF7C-62A6-B527-FD0657A68C5B}"/>
                </a:ext>
              </a:extLst>
            </p:cNvPr>
            <p:cNvSpPr txBox="1"/>
            <p:nvPr userDrawn="1"/>
          </p:nvSpPr>
          <p:spPr>
            <a:xfrm>
              <a:off x="10053870" y="6075443"/>
              <a:ext cx="1940922" cy="2769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</a:rPr>
                <a:t>5. </a:t>
              </a:r>
              <a:r>
                <a:rPr lang="tr-TR" sz="1200" b="1" noProof="0" dirty="0">
                  <a:solidFill>
                    <a:schemeClr val="bg1"/>
                  </a:solidFill>
                </a:rPr>
                <a:t>(SUBJECT)</a:t>
              </a:r>
              <a:endParaRPr lang="en-US" sz="1200" b="1" noProof="0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BA23920-E6B1-27FF-9A6E-1E291F1CAB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91" y="-9343"/>
            <a:ext cx="3050410" cy="865554"/>
          </a:xfrm>
          <a:prstGeom prst="rect">
            <a:avLst/>
          </a:prstGeom>
        </p:spPr>
      </p:pic>
      <p:sp>
        <p:nvSpPr>
          <p:cNvPr id="9" name="Metin kutusu 7">
            <a:extLst>
              <a:ext uri="{FF2B5EF4-FFF2-40B4-BE49-F238E27FC236}">
                <a16:creationId xmlns:a16="http://schemas.microsoft.com/office/drawing/2014/main" id="{60C04B0C-4B6B-3A7E-180F-9A8E7A8D449C}"/>
              </a:ext>
            </a:extLst>
          </p:cNvPr>
          <p:cNvSpPr txBox="1"/>
          <p:nvPr userDrawn="1"/>
        </p:nvSpPr>
        <p:spPr>
          <a:xfrm>
            <a:off x="3247814" y="126951"/>
            <a:ext cx="569637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sz="1400" noProof="0" dirty="0">
                <a:solidFill>
                  <a:schemeClr val="bg1"/>
                </a:solidFill>
              </a:rPr>
              <a:t>(PRESENTATION TITLE)</a:t>
            </a:r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16" name="Veri Yer Tutucusu 3">
            <a:extLst>
              <a:ext uri="{FF2B5EF4-FFF2-40B4-BE49-F238E27FC236}">
                <a16:creationId xmlns:a16="http://schemas.microsoft.com/office/drawing/2014/main" id="{15A6BA66-4DA8-73D8-C0E9-D561E3E5D4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Prepared by </a:t>
            </a:r>
            <a:r>
              <a:rPr lang="tr-TR" dirty="0"/>
              <a:t>(PRESENTOR NAME)</a:t>
            </a:r>
            <a:endParaRPr lang="en-US" dirty="0"/>
          </a:p>
        </p:txBody>
      </p:sp>
      <p:sp>
        <p:nvSpPr>
          <p:cNvPr id="17" name="Alt Bilgi Yer Tutucusu 4">
            <a:extLst>
              <a:ext uri="{FF2B5EF4-FFF2-40B4-BE49-F238E27FC236}">
                <a16:creationId xmlns:a16="http://schemas.microsoft.com/office/drawing/2014/main" id="{79C37BE2-4CBD-DDBB-5CA6-2EFFA9CD0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tr-TR" dirty="0"/>
              <a:t>(SEMINAR NAME) </a:t>
            </a: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0250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BF427205-B424-8762-B741-92B1FBF0C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F895C-49E0-4476-8E3A-EBC575907B5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8048EC8-328A-38F3-24AE-3FB6B140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636"/>
            <a:ext cx="10515600" cy="1325563"/>
          </a:xfrm>
        </p:spPr>
        <p:txBody>
          <a:bodyPr/>
          <a:lstStyle>
            <a:lvl1pPr>
              <a:defRPr lang="en-US" sz="2800" kern="1200" noProof="0" dirty="0" err="1" smtClean="0">
                <a:solidFill>
                  <a:schemeClr val="accent5">
                    <a:lumMod val="75000"/>
                  </a:schemeClr>
                </a:solidFill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 err="1"/>
              <a:t>Asıl</a:t>
            </a:r>
            <a:r>
              <a:rPr lang="en-US" noProof="0" dirty="0"/>
              <a:t> </a:t>
            </a:r>
            <a:r>
              <a:rPr lang="en-US" noProof="0" dirty="0" err="1"/>
              <a:t>başlık</a:t>
            </a:r>
            <a:r>
              <a:rPr lang="en-US" noProof="0" dirty="0"/>
              <a:t> </a:t>
            </a:r>
            <a:r>
              <a:rPr lang="en-US" noProof="0" dirty="0" err="1"/>
              <a:t>stilini</a:t>
            </a:r>
            <a:r>
              <a:rPr lang="en-US" noProof="0" dirty="0"/>
              <a:t> </a:t>
            </a:r>
            <a:r>
              <a:rPr lang="en-US" noProof="0" dirty="0" err="1"/>
              <a:t>düzenlemek</a:t>
            </a:r>
            <a:r>
              <a:rPr lang="en-US" noProof="0" dirty="0"/>
              <a:t> </a:t>
            </a:r>
            <a:r>
              <a:rPr lang="en-US" noProof="0" dirty="0" err="1"/>
              <a:t>için</a:t>
            </a:r>
            <a:r>
              <a:rPr lang="en-US" noProof="0" dirty="0"/>
              <a:t> </a:t>
            </a:r>
            <a:r>
              <a:rPr lang="en-US" noProof="0" dirty="0" err="1"/>
              <a:t>tıklayın</a:t>
            </a:r>
            <a:endParaRPr lang="en-US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0B795E9D-8BF6-86CC-18D2-E48381A7AA81}"/>
              </a:ext>
            </a:extLst>
          </p:cNvPr>
          <p:cNvGrpSpPr/>
          <p:nvPr userDrawn="1"/>
        </p:nvGrpSpPr>
        <p:grpSpPr>
          <a:xfrm>
            <a:off x="220980" y="6123457"/>
            <a:ext cx="11750040" cy="280907"/>
            <a:chOff x="2112313" y="6075443"/>
            <a:chExt cx="9882479" cy="280907"/>
          </a:xfrm>
        </p:grpSpPr>
        <p:grpSp>
          <p:nvGrpSpPr>
            <p:cNvPr id="10" name="Grup 9">
              <a:extLst>
                <a:ext uri="{FF2B5EF4-FFF2-40B4-BE49-F238E27FC236}">
                  <a16:creationId xmlns:a16="http://schemas.microsoft.com/office/drawing/2014/main" id="{E2BAAEB2-2F43-7034-BF4E-ECED0E4CF82C}"/>
                </a:ext>
              </a:extLst>
            </p:cNvPr>
            <p:cNvGrpSpPr/>
            <p:nvPr userDrawn="1"/>
          </p:nvGrpSpPr>
          <p:grpSpPr>
            <a:xfrm>
              <a:off x="2112313" y="6079350"/>
              <a:ext cx="7890698" cy="277000"/>
              <a:chOff x="1668039" y="466926"/>
              <a:chExt cx="7890698" cy="277000"/>
            </a:xfrm>
          </p:grpSpPr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5F1D84E5-5450-2A96-6662-AF2847828980}"/>
                  </a:ext>
                </a:extLst>
              </p:cNvPr>
              <p:cNvSpPr txBox="1"/>
              <p:nvPr/>
            </p:nvSpPr>
            <p:spPr>
              <a:xfrm>
                <a:off x="1668039" y="466927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pPr lvl="0"/>
                <a:r>
                  <a:rPr lang="en-US" noProof="0" dirty="0"/>
                  <a:t>1. 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noProof="0" dirty="0"/>
              </a:p>
            </p:txBody>
          </p:sp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AB3F0F87-54B2-18A2-32A6-56AE8631C3E8}"/>
                  </a:ext>
                </a:extLst>
              </p:cNvPr>
              <p:cNvSpPr txBox="1"/>
              <p:nvPr/>
            </p:nvSpPr>
            <p:spPr>
              <a:xfrm>
                <a:off x="3647873" y="466927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2.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 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A230EBF2-66CD-9B21-7C9B-9A2348620990}"/>
                  </a:ext>
                </a:extLst>
              </p:cNvPr>
              <p:cNvSpPr txBox="1"/>
              <p:nvPr/>
            </p:nvSpPr>
            <p:spPr>
              <a:xfrm>
                <a:off x="5632746" y="466926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3.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 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95CBE526-1A3E-A1E3-C586-39D94F3ADEB7}"/>
                  </a:ext>
                </a:extLst>
              </p:cNvPr>
              <p:cNvSpPr txBox="1"/>
              <p:nvPr/>
            </p:nvSpPr>
            <p:spPr>
              <a:xfrm>
                <a:off x="7617815" y="466926"/>
                <a:ext cx="1940922" cy="27699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lvl="0">
                  <a:defRPr sz="1200" b="1">
                    <a:solidFill>
                      <a:srgbClr val="C00000"/>
                    </a:solidFill>
                  </a:defRPr>
                </a:lvl1pPr>
              </a:lstStyle>
              <a:p>
                <a:pPr lvl="0"/>
                <a:r>
                  <a:rPr lang="en-US" b="1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4. </a:t>
                </a:r>
                <a:r>
                  <a:rPr lang="tr-TR" sz="1200" b="1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</a:rPr>
                  <a:t>(SUBJECT)</a:t>
                </a:r>
                <a:endParaRPr lang="en-US" b="1" cap="none" spc="0" noProof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4" name="Metin kutusu 3">
              <a:extLst>
                <a:ext uri="{FF2B5EF4-FFF2-40B4-BE49-F238E27FC236}">
                  <a16:creationId xmlns:a16="http://schemas.microsoft.com/office/drawing/2014/main" id="{C2F404FE-CF7C-62A6-B527-FD0657A68C5B}"/>
                </a:ext>
              </a:extLst>
            </p:cNvPr>
            <p:cNvSpPr txBox="1"/>
            <p:nvPr userDrawn="1"/>
          </p:nvSpPr>
          <p:spPr>
            <a:xfrm>
              <a:off x="10053870" y="6075443"/>
              <a:ext cx="1940922" cy="276999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200" b="1" noProof="0" dirty="0">
                  <a:solidFill>
                    <a:schemeClr val="bg1"/>
                  </a:solidFill>
                </a:rPr>
                <a:t>5. </a:t>
              </a:r>
              <a:r>
                <a:rPr lang="tr-TR" sz="1200" b="1" noProof="0" dirty="0">
                  <a:solidFill>
                    <a:schemeClr val="bg1"/>
                  </a:solidFill>
                </a:rPr>
                <a:t>(SUBJECT)</a:t>
              </a:r>
              <a:endParaRPr lang="en-US" sz="1200" b="1" noProof="0" dirty="0">
                <a:solidFill>
                  <a:schemeClr val="bg1"/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73F1CF0A-405C-375A-EE27-B21AB590B4D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91" y="-9343"/>
            <a:ext cx="3050410" cy="865554"/>
          </a:xfrm>
          <a:prstGeom prst="rect">
            <a:avLst/>
          </a:prstGeom>
        </p:spPr>
      </p:pic>
      <p:sp>
        <p:nvSpPr>
          <p:cNvPr id="9" name="Metin kutusu 7">
            <a:extLst>
              <a:ext uri="{FF2B5EF4-FFF2-40B4-BE49-F238E27FC236}">
                <a16:creationId xmlns:a16="http://schemas.microsoft.com/office/drawing/2014/main" id="{EF06C6C4-A11D-B221-9074-F17981865715}"/>
              </a:ext>
            </a:extLst>
          </p:cNvPr>
          <p:cNvSpPr txBox="1"/>
          <p:nvPr userDrawn="1"/>
        </p:nvSpPr>
        <p:spPr>
          <a:xfrm>
            <a:off x="3247814" y="126951"/>
            <a:ext cx="569637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sz="1400" noProof="0" dirty="0">
                <a:solidFill>
                  <a:schemeClr val="bg1"/>
                </a:solidFill>
              </a:rPr>
              <a:t>(PRESENTATION TITLE)</a:t>
            </a:r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16" name="Veri Yer Tutucusu 3">
            <a:extLst>
              <a:ext uri="{FF2B5EF4-FFF2-40B4-BE49-F238E27FC236}">
                <a16:creationId xmlns:a16="http://schemas.microsoft.com/office/drawing/2014/main" id="{C7B1D00E-8055-C770-6B27-B3B18CAC02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Prepared by </a:t>
            </a:r>
            <a:r>
              <a:rPr lang="tr-TR" dirty="0"/>
              <a:t>(PRESENTOR NAME)</a:t>
            </a:r>
            <a:endParaRPr lang="en-US" dirty="0"/>
          </a:p>
        </p:txBody>
      </p:sp>
      <p:sp>
        <p:nvSpPr>
          <p:cNvPr id="17" name="Alt Bilgi Yer Tutucusu 4">
            <a:extLst>
              <a:ext uri="{FF2B5EF4-FFF2-40B4-BE49-F238E27FC236}">
                <a16:creationId xmlns:a16="http://schemas.microsoft.com/office/drawing/2014/main" id="{3F8E2361-3622-7BE3-3D19-B4118D026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tr-TR" dirty="0"/>
              <a:t>(SEMINAR NAME) </a:t>
            </a: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766315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ayt Numarası Yer Tutucusu 5">
            <a:extLst>
              <a:ext uri="{FF2B5EF4-FFF2-40B4-BE49-F238E27FC236}">
                <a16:creationId xmlns:a16="http://schemas.microsoft.com/office/drawing/2014/main" id="{BF427205-B424-8762-B741-92B1FBF0C8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F895C-49E0-4476-8E3A-EBC575907B5E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18048EC8-328A-38F3-24AE-3FB6B140A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3636"/>
            <a:ext cx="10515600" cy="1325563"/>
          </a:xfrm>
        </p:spPr>
        <p:txBody>
          <a:bodyPr/>
          <a:lstStyle>
            <a:lvl1pPr>
              <a:defRPr lang="en-US" sz="2800" b="0" kern="1200" cap="none" spc="0" noProof="0" dirty="0" err="1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ptos" panose="020B0004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 err="1"/>
              <a:t>Asıl</a:t>
            </a:r>
            <a:r>
              <a:rPr lang="en-US" noProof="0" dirty="0"/>
              <a:t> </a:t>
            </a:r>
            <a:r>
              <a:rPr lang="en-US" noProof="0" dirty="0" err="1"/>
              <a:t>başlık</a:t>
            </a:r>
            <a:r>
              <a:rPr lang="en-US" noProof="0" dirty="0"/>
              <a:t> </a:t>
            </a:r>
            <a:r>
              <a:rPr lang="en-US" noProof="0" dirty="0" err="1"/>
              <a:t>stilini</a:t>
            </a:r>
            <a:r>
              <a:rPr lang="en-US" noProof="0" dirty="0"/>
              <a:t> </a:t>
            </a:r>
            <a:r>
              <a:rPr lang="en-US" noProof="0" dirty="0" err="1"/>
              <a:t>düzenlemek</a:t>
            </a:r>
            <a:r>
              <a:rPr lang="en-US" noProof="0" dirty="0"/>
              <a:t> </a:t>
            </a:r>
            <a:r>
              <a:rPr lang="en-US" noProof="0" dirty="0" err="1"/>
              <a:t>için</a:t>
            </a:r>
            <a:r>
              <a:rPr lang="en-US" noProof="0" dirty="0"/>
              <a:t> </a:t>
            </a:r>
            <a:r>
              <a:rPr lang="en-US" noProof="0" dirty="0" err="1"/>
              <a:t>tıklayın</a:t>
            </a:r>
            <a:endParaRPr lang="en-US" noProof="0" dirty="0"/>
          </a:p>
        </p:txBody>
      </p:sp>
      <p:grpSp>
        <p:nvGrpSpPr>
          <p:cNvPr id="15" name="Grup 14">
            <a:extLst>
              <a:ext uri="{FF2B5EF4-FFF2-40B4-BE49-F238E27FC236}">
                <a16:creationId xmlns:a16="http://schemas.microsoft.com/office/drawing/2014/main" id="{0B795E9D-8BF6-86CC-18D2-E48381A7AA81}"/>
              </a:ext>
            </a:extLst>
          </p:cNvPr>
          <p:cNvGrpSpPr/>
          <p:nvPr userDrawn="1"/>
        </p:nvGrpSpPr>
        <p:grpSpPr>
          <a:xfrm>
            <a:off x="220980" y="6123457"/>
            <a:ext cx="11750040" cy="280907"/>
            <a:chOff x="2112313" y="6075443"/>
            <a:chExt cx="9882479" cy="280907"/>
          </a:xfrm>
        </p:grpSpPr>
        <p:grpSp>
          <p:nvGrpSpPr>
            <p:cNvPr id="10" name="Grup 9">
              <a:extLst>
                <a:ext uri="{FF2B5EF4-FFF2-40B4-BE49-F238E27FC236}">
                  <a16:creationId xmlns:a16="http://schemas.microsoft.com/office/drawing/2014/main" id="{E2BAAEB2-2F43-7034-BF4E-ECED0E4CF82C}"/>
                </a:ext>
              </a:extLst>
            </p:cNvPr>
            <p:cNvGrpSpPr/>
            <p:nvPr userDrawn="1"/>
          </p:nvGrpSpPr>
          <p:grpSpPr>
            <a:xfrm>
              <a:off x="2112313" y="6079350"/>
              <a:ext cx="7890698" cy="277000"/>
              <a:chOff x="1668039" y="466926"/>
              <a:chExt cx="7890698" cy="277000"/>
            </a:xfrm>
          </p:grpSpPr>
          <p:sp>
            <p:nvSpPr>
              <p:cNvPr id="11" name="Metin kutusu 10">
                <a:extLst>
                  <a:ext uri="{FF2B5EF4-FFF2-40B4-BE49-F238E27FC236}">
                    <a16:creationId xmlns:a16="http://schemas.microsoft.com/office/drawing/2014/main" id="{5F1D84E5-5450-2A96-6662-AF2847828980}"/>
                  </a:ext>
                </a:extLst>
              </p:cNvPr>
              <p:cNvSpPr txBox="1"/>
              <p:nvPr/>
            </p:nvSpPr>
            <p:spPr>
              <a:xfrm>
                <a:off x="1668039" y="466927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pPr lvl="0"/>
                <a:r>
                  <a:rPr lang="en-US" noProof="0" dirty="0"/>
                  <a:t>1. 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noProof="0" dirty="0"/>
              </a:p>
            </p:txBody>
          </p:sp>
          <p:sp>
            <p:nvSpPr>
              <p:cNvPr id="12" name="Metin kutusu 11">
                <a:extLst>
                  <a:ext uri="{FF2B5EF4-FFF2-40B4-BE49-F238E27FC236}">
                    <a16:creationId xmlns:a16="http://schemas.microsoft.com/office/drawing/2014/main" id="{AB3F0F87-54B2-18A2-32A6-56AE8631C3E8}"/>
                  </a:ext>
                </a:extLst>
              </p:cNvPr>
              <p:cNvSpPr txBox="1"/>
              <p:nvPr/>
            </p:nvSpPr>
            <p:spPr>
              <a:xfrm>
                <a:off x="3647873" y="466927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2.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 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Metin kutusu 12">
                <a:extLst>
                  <a:ext uri="{FF2B5EF4-FFF2-40B4-BE49-F238E27FC236}">
                    <a16:creationId xmlns:a16="http://schemas.microsoft.com/office/drawing/2014/main" id="{A230EBF2-66CD-9B21-7C9B-9A2348620990}"/>
                  </a:ext>
                </a:extLst>
              </p:cNvPr>
              <p:cNvSpPr txBox="1"/>
              <p:nvPr/>
            </p:nvSpPr>
            <p:spPr>
              <a:xfrm>
                <a:off x="5632746" y="466926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3.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 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Metin kutusu 13">
                <a:extLst>
                  <a:ext uri="{FF2B5EF4-FFF2-40B4-BE49-F238E27FC236}">
                    <a16:creationId xmlns:a16="http://schemas.microsoft.com/office/drawing/2014/main" id="{95CBE526-1A3E-A1E3-C586-39D94F3ADEB7}"/>
                  </a:ext>
                </a:extLst>
              </p:cNvPr>
              <p:cNvSpPr txBox="1"/>
              <p:nvPr/>
            </p:nvSpPr>
            <p:spPr>
              <a:xfrm>
                <a:off x="7617815" y="466926"/>
                <a:ext cx="1940922" cy="276999"/>
              </a:xfrm>
              <a:prstGeom prst="rect">
                <a:avLst/>
              </a:prstGeom>
              <a:solidFill>
                <a:schemeClr val="accent5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200" b="1">
                    <a:solidFill>
                      <a:schemeClr val="bg1"/>
                    </a:solidFill>
                  </a:defRPr>
                </a:lvl1pPr>
              </a:lstStyle>
              <a:p>
                <a:r>
                  <a:rPr lang="en-US" sz="1200" b="1" noProof="0" dirty="0">
                    <a:solidFill>
                      <a:schemeClr val="bg1"/>
                    </a:solidFill>
                  </a:rPr>
                  <a:t>4. </a:t>
                </a:r>
                <a:r>
                  <a:rPr lang="tr-TR" sz="1200" b="1" noProof="0" dirty="0">
                    <a:solidFill>
                      <a:schemeClr val="bg1"/>
                    </a:solidFill>
                  </a:rPr>
                  <a:t>(SUBJECT)</a:t>
                </a:r>
                <a:endParaRPr lang="en-US" sz="1200" b="1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" name="Metin kutusu 3">
              <a:extLst>
                <a:ext uri="{FF2B5EF4-FFF2-40B4-BE49-F238E27FC236}">
                  <a16:creationId xmlns:a16="http://schemas.microsoft.com/office/drawing/2014/main" id="{C2F404FE-CF7C-62A6-B527-FD0657A68C5B}"/>
                </a:ext>
              </a:extLst>
            </p:cNvPr>
            <p:cNvSpPr txBox="1"/>
            <p:nvPr userDrawn="1"/>
          </p:nvSpPr>
          <p:spPr>
            <a:xfrm>
              <a:off x="10053870" y="6075443"/>
              <a:ext cx="1940922" cy="2769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lvl="0">
                <a:defRPr sz="1200" b="1">
                  <a:solidFill>
                    <a:srgbClr val="C00000"/>
                  </a:solidFill>
                </a:defRPr>
              </a:lvl1pPr>
            </a:lstStyle>
            <a:p>
              <a:pPr lvl="0"/>
              <a:r>
                <a:rPr lang="en-US" b="1" noProof="0" dirty="0">
                  <a:solidFill>
                    <a:schemeClr val="accent5">
                      <a:lumMod val="75000"/>
                    </a:schemeClr>
                  </a:solidFill>
                </a:rPr>
                <a:t>5. </a:t>
              </a:r>
              <a:r>
                <a:rPr lang="tr-TR" sz="1200" b="1" cap="none" spc="0" noProof="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(SUBJECT)</a:t>
              </a:r>
              <a:endParaRPr lang="en-US" b="1" noProof="0" dirty="0">
                <a:solidFill>
                  <a:schemeClr val="accent5">
                    <a:lumMod val="75000"/>
                  </a:schemeClr>
                </a:solidFill>
              </a:endParaRP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E0FCAFA-036A-422E-FA61-D7A32FCCB6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1591" y="-9343"/>
            <a:ext cx="3050410" cy="865554"/>
          </a:xfrm>
          <a:prstGeom prst="rect">
            <a:avLst/>
          </a:prstGeom>
        </p:spPr>
      </p:pic>
      <p:sp>
        <p:nvSpPr>
          <p:cNvPr id="9" name="Metin kutusu 7">
            <a:extLst>
              <a:ext uri="{FF2B5EF4-FFF2-40B4-BE49-F238E27FC236}">
                <a16:creationId xmlns:a16="http://schemas.microsoft.com/office/drawing/2014/main" id="{B01D36ED-C95E-2C0F-35F5-860EE9B293A1}"/>
              </a:ext>
            </a:extLst>
          </p:cNvPr>
          <p:cNvSpPr txBox="1"/>
          <p:nvPr userDrawn="1"/>
        </p:nvSpPr>
        <p:spPr>
          <a:xfrm>
            <a:off x="3247814" y="126951"/>
            <a:ext cx="5696372" cy="307777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tr-TR" sz="1400" noProof="0" dirty="0">
                <a:solidFill>
                  <a:schemeClr val="bg1"/>
                </a:solidFill>
              </a:rPr>
              <a:t>(PRESENTATION TITLE)</a:t>
            </a:r>
            <a:endParaRPr lang="en-US" sz="1400" noProof="0" dirty="0">
              <a:solidFill>
                <a:schemeClr val="bg1"/>
              </a:solidFill>
            </a:endParaRPr>
          </a:p>
        </p:txBody>
      </p:sp>
      <p:sp>
        <p:nvSpPr>
          <p:cNvPr id="16" name="Veri Yer Tutucusu 3">
            <a:extLst>
              <a:ext uri="{FF2B5EF4-FFF2-40B4-BE49-F238E27FC236}">
                <a16:creationId xmlns:a16="http://schemas.microsoft.com/office/drawing/2014/main" id="{35AEA82C-D8EE-843A-3255-CA64074084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Prepared by </a:t>
            </a:r>
            <a:r>
              <a:rPr lang="tr-TR" dirty="0"/>
              <a:t>(PRESENTOR NAME)</a:t>
            </a:r>
            <a:endParaRPr lang="en-US" dirty="0"/>
          </a:p>
        </p:txBody>
      </p:sp>
      <p:sp>
        <p:nvSpPr>
          <p:cNvPr id="17" name="Alt Bilgi Yer Tutucusu 4">
            <a:extLst>
              <a:ext uri="{FF2B5EF4-FFF2-40B4-BE49-F238E27FC236}">
                <a16:creationId xmlns:a16="http://schemas.microsoft.com/office/drawing/2014/main" id="{A7548D01-30A3-FCC7-9753-F7A8E17D5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9287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cap="none" spc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defRPr>
            </a:lvl1pPr>
          </a:lstStyle>
          <a:p>
            <a:r>
              <a:rPr lang="tr-TR" dirty="0"/>
              <a:t>(SEMINAR NAME) </a:t>
            </a:r>
            <a:r>
              <a:rPr lang="en-US" dirty="0"/>
              <a:t>Presentation</a:t>
            </a:r>
          </a:p>
        </p:txBody>
      </p:sp>
    </p:spTree>
    <p:extLst>
      <p:ext uri="{BB962C8B-B14F-4D97-AF65-F5344CB8AC3E}">
        <p14:creationId xmlns:p14="http://schemas.microsoft.com/office/powerpoint/2010/main" val="132853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Özel Düz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 5">
            <a:extLst>
              <a:ext uri="{FF2B5EF4-FFF2-40B4-BE49-F238E27FC236}">
                <a16:creationId xmlns:a16="http://schemas.microsoft.com/office/drawing/2014/main" id="{4C828255-FA79-5F9E-F66C-F0D48D67FDE4}"/>
              </a:ext>
            </a:extLst>
          </p:cNvPr>
          <p:cNvGrpSpPr/>
          <p:nvPr userDrawn="1"/>
        </p:nvGrpSpPr>
        <p:grpSpPr>
          <a:xfrm>
            <a:off x="4969933" y="3725346"/>
            <a:ext cx="6326011" cy="2553057"/>
            <a:chOff x="3310690" y="434609"/>
            <a:chExt cx="6326011" cy="2553057"/>
          </a:xfrm>
        </p:grpSpPr>
        <p:grpSp>
          <p:nvGrpSpPr>
            <p:cNvPr id="7" name="Grup 6">
              <a:extLst>
                <a:ext uri="{FF2B5EF4-FFF2-40B4-BE49-F238E27FC236}">
                  <a16:creationId xmlns:a16="http://schemas.microsoft.com/office/drawing/2014/main" id="{CAB67101-47EF-77A0-C14C-9D6411DEF1B7}"/>
                </a:ext>
              </a:extLst>
            </p:cNvPr>
            <p:cNvGrpSpPr/>
            <p:nvPr/>
          </p:nvGrpSpPr>
          <p:grpSpPr>
            <a:xfrm>
              <a:off x="7110248" y="1105313"/>
              <a:ext cx="2526453" cy="1440000"/>
              <a:chOff x="6800091" y="1105313"/>
              <a:chExt cx="2526453" cy="1440000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F951BD35-92D6-819E-6324-E71B68792C51}"/>
                  </a:ext>
                </a:extLst>
              </p:cNvPr>
              <p:cNvSpPr/>
              <p:nvPr/>
            </p:nvSpPr>
            <p:spPr>
              <a:xfrm>
                <a:off x="7184568" y="1105313"/>
                <a:ext cx="1440000" cy="1440000"/>
              </a:xfrm>
              <a:prstGeom prst="ellipse">
                <a:avLst/>
              </a:prstGeom>
              <a:noFill/>
              <a:ln w="38100"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500" b="0" cap="none" spc="0" noProof="0" dirty="0">
                    <a:ln w="0"/>
                    <a:solidFill>
                      <a:schemeClr val="accent1"/>
                    </a:solidFill>
                    <a:effectLst>
                      <a:outerShdw blurRad="38100" dist="25400" dir="5400000" algn="ctr" rotWithShape="0">
                        <a:srgbClr val="6E747A">
                          <a:alpha val="43000"/>
                        </a:srgbClr>
                      </a:outerShdw>
                    </a:effectLst>
                    <a:latin typeface="Bahnschrift Light" panose="020B0502040204020203" pitchFamily="34" charset="0"/>
                  </a:rPr>
                  <a:t>LAB</a:t>
                </a:r>
              </a:p>
            </p:txBody>
          </p:sp>
          <p:cxnSp>
            <p:nvCxnSpPr>
              <p:cNvPr id="15" name="Düz Bağlayıcı 14">
                <a:extLst>
                  <a:ext uri="{FF2B5EF4-FFF2-40B4-BE49-F238E27FC236}">
                    <a16:creationId xmlns:a16="http://schemas.microsoft.com/office/drawing/2014/main" id="{0A62E0E4-CB9B-D192-A2FC-51D23DC8BED6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>
              <a:xfrm flipH="1" flipV="1">
                <a:off x="6800091" y="1815265"/>
                <a:ext cx="384477" cy="10048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Düz Bağlayıcı 15">
                <a:extLst>
                  <a:ext uri="{FF2B5EF4-FFF2-40B4-BE49-F238E27FC236}">
                    <a16:creationId xmlns:a16="http://schemas.microsoft.com/office/drawing/2014/main" id="{B5EB7EF9-7372-F142-D8EC-0306ADBABEF6}"/>
                  </a:ext>
                </a:extLst>
              </p:cNvPr>
              <p:cNvCxnSpPr>
                <a:cxnSpLocks/>
                <a:endCxn id="14" idx="6"/>
              </p:cNvCxnSpPr>
              <p:nvPr/>
            </p:nvCxnSpPr>
            <p:spPr>
              <a:xfrm flipH="1">
                <a:off x="8624568" y="1815265"/>
                <a:ext cx="701976" cy="10048"/>
              </a:xfrm>
              <a:prstGeom prst="line">
                <a:avLst/>
              </a:prstGeom>
              <a:ln w="38100">
                <a:solidFill>
                  <a:srgbClr val="FFC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Dikdörtgen 16">
                <a:extLst>
                  <a:ext uri="{FF2B5EF4-FFF2-40B4-BE49-F238E27FC236}">
                    <a16:creationId xmlns:a16="http://schemas.microsoft.com/office/drawing/2014/main" id="{C9D18243-76D2-3C98-DAE1-53822CF46D88}"/>
                  </a:ext>
                </a:extLst>
              </p:cNvPr>
              <p:cNvSpPr/>
              <p:nvPr/>
            </p:nvSpPr>
            <p:spPr>
              <a:xfrm>
                <a:off x="7067034" y="1657806"/>
                <a:ext cx="103908" cy="31491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  <p:sp>
            <p:nvSpPr>
              <p:cNvPr id="18" name="Dikdörtgen 17">
                <a:extLst>
                  <a:ext uri="{FF2B5EF4-FFF2-40B4-BE49-F238E27FC236}">
                    <a16:creationId xmlns:a16="http://schemas.microsoft.com/office/drawing/2014/main" id="{244BBFE0-C6F8-C261-C49E-0E5B9261894F}"/>
                  </a:ext>
                </a:extLst>
              </p:cNvPr>
              <p:cNvSpPr/>
              <p:nvPr/>
            </p:nvSpPr>
            <p:spPr>
              <a:xfrm>
                <a:off x="8638194" y="1667854"/>
                <a:ext cx="103908" cy="314917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/>
              </a:p>
            </p:txBody>
          </p:sp>
        </p:grpSp>
        <p:cxnSp>
          <p:nvCxnSpPr>
            <p:cNvPr id="8" name="Düz Bağlayıcı 7">
              <a:extLst>
                <a:ext uri="{FF2B5EF4-FFF2-40B4-BE49-F238E27FC236}">
                  <a16:creationId xmlns:a16="http://schemas.microsoft.com/office/drawing/2014/main" id="{855A52FA-29F9-B61F-EB56-85EB5831954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0690" y="1815265"/>
              <a:ext cx="353548" cy="257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Serbest Form: Şekil 8">
              <a:extLst>
                <a:ext uri="{FF2B5EF4-FFF2-40B4-BE49-F238E27FC236}">
                  <a16:creationId xmlns:a16="http://schemas.microsoft.com/office/drawing/2014/main" id="{D644CE2F-D727-4E3B-16C0-6504614027E1}"/>
                </a:ext>
              </a:extLst>
            </p:cNvPr>
            <p:cNvSpPr/>
            <p:nvPr/>
          </p:nvSpPr>
          <p:spPr>
            <a:xfrm>
              <a:off x="6788552" y="1307943"/>
              <a:ext cx="342379" cy="512698"/>
            </a:xfrm>
            <a:custGeom>
              <a:avLst/>
              <a:gdLst>
                <a:gd name="connsiteX0" fmla="*/ 0 w 310662"/>
                <a:gd name="connsiteY0" fmla="*/ 0 h 509954"/>
                <a:gd name="connsiteX1" fmla="*/ 310662 w 310662"/>
                <a:gd name="connsiteY1" fmla="*/ 509954 h 509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10662" h="509954">
                  <a:moveTo>
                    <a:pt x="0" y="0"/>
                  </a:moveTo>
                  <a:cubicBezTo>
                    <a:pt x="96227" y="234461"/>
                    <a:pt x="192454" y="468923"/>
                    <a:pt x="310662" y="509954"/>
                  </a:cubicBez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</a:endParaRPr>
            </a:p>
          </p:txBody>
        </p:sp>
        <p:cxnSp>
          <p:nvCxnSpPr>
            <p:cNvPr id="10" name="Düz Bağlayıcı 9">
              <a:extLst>
                <a:ext uri="{FF2B5EF4-FFF2-40B4-BE49-F238E27FC236}">
                  <a16:creationId xmlns:a16="http://schemas.microsoft.com/office/drawing/2014/main" id="{C782B375-7C7E-9097-F3B0-AA398E20B43F}"/>
                </a:ext>
              </a:extLst>
            </p:cNvPr>
            <p:cNvCxnSpPr>
              <a:cxnSpLocks/>
            </p:cNvCxnSpPr>
            <p:nvPr/>
          </p:nvCxnSpPr>
          <p:spPr>
            <a:xfrm>
              <a:off x="6022694" y="2160750"/>
              <a:ext cx="532435" cy="0"/>
            </a:xfrm>
            <a:prstGeom prst="line">
              <a:avLst/>
            </a:prstGeom>
            <a:ln w="38100">
              <a:solidFill>
                <a:srgbClr val="FFC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Serbest Form: Şekil 10">
              <a:extLst>
                <a:ext uri="{FF2B5EF4-FFF2-40B4-BE49-F238E27FC236}">
                  <a16:creationId xmlns:a16="http://schemas.microsoft.com/office/drawing/2014/main" id="{51D9D99B-6519-9ED4-E53D-FD1355F695C1}"/>
                </a:ext>
              </a:extLst>
            </p:cNvPr>
            <p:cNvSpPr/>
            <p:nvPr/>
          </p:nvSpPr>
          <p:spPr>
            <a:xfrm rot="21298829">
              <a:off x="4088591" y="1925763"/>
              <a:ext cx="645201" cy="232255"/>
            </a:xfrm>
            <a:custGeom>
              <a:avLst/>
              <a:gdLst>
                <a:gd name="connsiteX0" fmla="*/ 0 w 555585"/>
                <a:gd name="connsiteY0" fmla="*/ 165904 h 186430"/>
                <a:gd name="connsiteX1" fmla="*/ 391610 w 555585"/>
                <a:gd name="connsiteY1" fmla="*/ 171692 h 186430"/>
                <a:gd name="connsiteX2" fmla="*/ 555585 w 555585"/>
                <a:gd name="connsiteY2" fmla="*/ 0 h 186430"/>
                <a:gd name="connsiteX3" fmla="*/ 555585 w 555585"/>
                <a:gd name="connsiteY3" fmla="*/ 0 h 18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55585" h="186430">
                  <a:moveTo>
                    <a:pt x="0" y="165904"/>
                  </a:moveTo>
                  <a:cubicBezTo>
                    <a:pt x="149506" y="182623"/>
                    <a:pt x="299013" y="199343"/>
                    <a:pt x="391610" y="171692"/>
                  </a:cubicBezTo>
                  <a:cubicBezTo>
                    <a:pt x="484208" y="144041"/>
                    <a:pt x="555585" y="0"/>
                    <a:pt x="555585" y="0"/>
                  </a:cubicBezTo>
                  <a:lnTo>
                    <a:pt x="555585" y="0"/>
                  </a:lnTo>
                </a:path>
              </a:pathLst>
            </a:cu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2" name="Metin kutusu 11">
              <a:extLst>
                <a:ext uri="{FF2B5EF4-FFF2-40B4-BE49-F238E27FC236}">
                  <a16:creationId xmlns:a16="http://schemas.microsoft.com/office/drawing/2014/main" id="{4ECCEF4D-C379-0E1A-726F-9E64D210CA47}"/>
                </a:ext>
              </a:extLst>
            </p:cNvPr>
            <p:cNvSpPr txBox="1"/>
            <p:nvPr/>
          </p:nvSpPr>
          <p:spPr>
            <a:xfrm>
              <a:off x="3449552" y="434609"/>
              <a:ext cx="3623108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0" noProof="0">
                  <a:solidFill>
                    <a:srgbClr val="FFC000"/>
                  </a:solidFill>
                  <a:latin typeface="Congenial UltraLight" panose="02000503040000020004" pitchFamily="2" charset="0"/>
                  <a:cs typeface="Cavolini" panose="020B0502040204020203" pitchFamily="66" charset="0"/>
                </a:rPr>
                <a:t>ems</a:t>
              </a:r>
            </a:p>
          </p:txBody>
        </p:sp>
        <p:sp>
          <p:nvSpPr>
            <p:cNvPr id="13" name="Metin kutusu 12">
              <a:extLst>
                <a:ext uri="{FF2B5EF4-FFF2-40B4-BE49-F238E27FC236}">
                  <a16:creationId xmlns:a16="http://schemas.microsoft.com/office/drawing/2014/main" id="{5BEC3B43-1FA2-9517-D6CA-248AEFA54F11}"/>
                </a:ext>
              </a:extLst>
            </p:cNvPr>
            <p:cNvSpPr txBox="1"/>
            <p:nvPr/>
          </p:nvSpPr>
          <p:spPr>
            <a:xfrm>
              <a:off x="3548612" y="587009"/>
              <a:ext cx="3623108" cy="24006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0" b="0" cap="none" spc="0" noProof="0" dirty="0" err="1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Congenial UltraLight" panose="02000503040000020004" pitchFamily="2" charset="0"/>
                  <a:cs typeface="Cavolini" panose="020B0502040204020203" pitchFamily="66" charset="0"/>
                </a:rPr>
                <a:t>ems</a:t>
              </a:r>
              <a:endParaRPr lang="en-US" sz="15000" noProof="0" dirty="0">
                <a:solidFill>
                  <a:srgbClr val="C00000"/>
                </a:solidFill>
                <a:latin typeface="Congenial UltraLight" panose="02000503040000020004" pitchFamily="2" charset="0"/>
                <a:cs typeface="Cavolini" panose="020B0502040204020203" pitchFamily="66" charset="0"/>
              </a:endParaRPr>
            </a:p>
          </p:txBody>
        </p:sp>
      </p:grpSp>
      <p:sp>
        <p:nvSpPr>
          <p:cNvPr id="19" name="Dikdörtgen 18">
            <a:extLst>
              <a:ext uri="{FF2B5EF4-FFF2-40B4-BE49-F238E27FC236}">
                <a16:creationId xmlns:a16="http://schemas.microsoft.com/office/drawing/2014/main" id="{D59B208B-90B6-D87C-CC8B-685B43AAB661}"/>
              </a:ext>
            </a:extLst>
          </p:cNvPr>
          <p:cNvSpPr/>
          <p:nvPr userDrawn="1"/>
        </p:nvSpPr>
        <p:spPr>
          <a:xfrm>
            <a:off x="5802741" y="5847461"/>
            <a:ext cx="5487613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000" b="0" cap="none" spc="0" noProof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İKÇÜ Department of Mechatronics Engineering Laboratory of Electromechanics</a:t>
            </a:r>
          </a:p>
        </p:txBody>
      </p:sp>
      <p:pic>
        <p:nvPicPr>
          <p:cNvPr id="20" name="Picture 2" descr="İKÇÜ UTİ (@ikcu.uti) • Instagram photos and videos">
            <a:extLst>
              <a:ext uri="{FF2B5EF4-FFF2-40B4-BE49-F238E27FC236}">
                <a16:creationId xmlns:a16="http://schemas.microsoft.com/office/drawing/2014/main" id="{65116FCF-B991-9422-7F49-9358419237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6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0987" y="5902756"/>
            <a:ext cx="617497" cy="617497"/>
          </a:xfrm>
          <a:prstGeom prst="rect">
            <a:avLst/>
          </a:prstGeom>
          <a:noFill/>
          <a:scene3d>
            <a:camera prst="orthographicFront">
              <a:rot lat="0" lon="0" rev="0"/>
            </a:camera>
            <a:lightRig rig="threePt" dir="t"/>
          </a:scene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Metin kutusu 20">
            <a:extLst>
              <a:ext uri="{FF2B5EF4-FFF2-40B4-BE49-F238E27FC236}">
                <a16:creationId xmlns:a16="http://schemas.microsoft.com/office/drawing/2014/main" id="{E72D13F4-A4A6-1091-C68C-B0022DB93723}"/>
              </a:ext>
            </a:extLst>
          </p:cNvPr>
          <p:cNvSpPr txBox="1"/>
          <p:nvPr userDrawn="1"/>
        </p:nvSpPr>
        <p:spPr>
          <a:xfrm>
            <a:off x="5146707" y="2359244"/>
            <a:ext cx="38563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noProof="0" dirty="0"/>
              <a:t>Thanks to Audience</a:t>
            </a:r>
          </a:p>
          <a:p>
            <a:r>
              <a:rPr lang="en-US" sz="3600" noProof="0" dirty="0"/>
              <a:t>Q/A </a:t>
            </a:r>
          </a:p>
        </p:txBody>
      </p:sp>
    </p:spTree>
    <p:extLst>
      <p:ext uri="{BB962C8B-B14F-4D97-AF65-F5344CB8AC3E}">
        <p14:creationId xmlns:p14="http://schemas.microsoft.com/office/powerpoint/2010/main" val="187507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2480FAC6-A146-ADDD-5465-6ABC61C821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F90245A0-D5FF-E6CD-62AC-86E015746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2D47FC-6C83-86FE-C89A-EDE9676FFE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Prepared by Ünal Dana</a:t>
            </a:r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D5E25E2-CC73-64E5-3D7C-7B71AB4887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tr-TR"/>
              <a:t>Master’s Thesis Presentation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FA9F4FA-CB5B-5BEC-357E-81EAFEE98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F895C-49E0-4476-8E3A-EBC575907B5E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608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1439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38C6B-9797-C61A-AB0B-814617AB1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82CFB-9D53-CC78-89D7-5C026273BAD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Prepared by </a:t>
            </a:r>
            <a:r>
              <a:rPr lang="tr-TR"/>
              <a:t>(PRESENTOR NAME)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4D9CCA-1F25-2851-0D0B-53D067D1D6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tr-TR"/>
              <a:t>(SEMINAR NAME) </a:t>
            </a:r>
            <a:r>
              <a:rPr lang="en-US"/>
              <a:t>Presentation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172E0F-667F-F1F1-6EDC-EA1A603666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7F895C-49E0-4476-8E3A-EBC575907B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55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0344CB-1D49-A2D7-033E-EA950AD5F2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7F895C-49E0-4476-8E3A-EBC575907B5E}" type="slidenum">
              <a:rPr lang="en-US" smtClean="0"/>
              <a:t>3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165102F-AF6D-6404-CF92-EA53D5918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8E139-B4BC-CE44-B812-CD561DB911D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Prepared by </a:t>
            </a:r>
            <a:r>
              <a:rPr lang="tr-TR"/>
              <a:t>(PRESENTOR NAME)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68FBC-8A92-472B-DCBC-C880B81331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tr-TR"/>
              <a:t>(SEMINAR NAME) </a:t>
            </a:r>
            <a:r>
              <a:rPr lang="en-US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47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488253-5785-C609-D5BC-102872733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7F895C-49E0-4476-8E3A-EBC575907B5E}" type="slidenum">
              <a:rPr lang="en-US" noProof="0" smtClean="0"/>
              <a:t>4</a:t>
            </a:fld>
            <a:endParaRPr lang="en-US" noProof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90F2A96-D83C-2554-1266-20CA229C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40DDE-33F4-710D-94F0-E49C59C25A1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Prepared by </a:t>
            </a:r>
            <a:r>
              <a:rPr lang="tr-TR"/>
              <a:t>(PRESENTOR NAME)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FBFAC-14B6-9C48-A41B-A4E268EEA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tr-TR"/>
              <a:t>(SEMINAR NAME) </a:t>
            </a:r>
            <a:r>
              <a:rPr lang="en-US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14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AEF938-489F-A81A-B35B-04E3FEBEC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7F895C-49E0-4476-8E3A-EBC575907B5E}" type="slidenum">
              <a:rPr lang="en-US" noProof="0" smtClean="0"/>
              <a:t>5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D21149-990A-0E56-2F5C-D80DEBEC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B43B5-6918-1E35-823A-6F49F2BB980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Prepared by </a:t>
            </a:r>
            <a:r>
              <a:rPr lang="tr-TR"/>
              <a:t>(PRESENTOR NAME)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E02B7-2405-6F01-665A-C91CDF7FA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tr-TR"/>
              <a:t>(SEMINAR NAME) </a:t>
            </a:r>
            <a:r>
              <a:rPr lang="en-US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32539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2D11AF-C7F9-3AA3-E023-4E89EC36E5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7F895C-49E0-4476-8E3A-EBC575907B5E}" type="slidenum">
              <a:rPr lang="en-US" noProof="0" smtClean="0"/>
              <a:t>6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971CA62-3086-BC52-733C-CCEA1E753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E6FB0-21A7-80F3-AAB0-A46302461FA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Prepared by </a:t>
            </a:r>
            <a:r>
              <a:rPr lang="tr-TR"/>
              <a:t>(PRESENTOR NAME)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6A14E-7C43-CF8A-DD5A-5732AAF80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tr-TR"/>
              <a:t>(SEMINAR NAME) </a:t>
            </a:r>
            <a:r>
              <a:rPr lang="en-US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756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88A505C-86CD-778B-A14D-92CC96168D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77F895C-49E0-4476-8E3A-EBC575907B5E}" type="slidenum">
              <a:rPr lang="en-US" noProof="0" smtClean="0"/>
              <a:t>7</a:t>
            </a:fld>
            <a:endParaRPr lang="en-US" noProof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A164CAF-7DE5-497A-B7A4-8D075ABA8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96A88D-B0B9-E2E8-19F3-8B014F0A273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lang="en-US"/>
              <a:t>Prepared by </a:t>
            </a:r>
            <a:r>
              <a:rPr lang="tr-TR"/>
              <a:t>(PRESENTOR NAME)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19A5F-35BF-3232-0861-ECBF3317CF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tr-TR"/>
              <a:t>(SEMINAR NAME) </a:t>
            </a:r>
            <a:r>
              <a:rPr lang="en-US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0231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F85C9A-2452-6AF2-D78A-CF2476119AA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92875"/>
            <a:ext cx="2743200" cy="365125"/>
          </a:xfrm>
        </p:spPr>
        <p:txBody>
          <a:bodyPr/>
          <a:lstStyle/>
          <a:p>
            <a:fld id="{077F895C-49E0-4476-8E3A-EBC575907B5E}" type="slidenum">
              <a:rPr lang="en-US" noProof="0" smtClean="0"/>
              <a:t>8</a:t>
            </a:fld>
            <a:endParaRPr lang="en-US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F6B7A-E6CF-AD00-4A67-FE0578C1B400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492875"/>
            <a:ext cx="2743200" cy="365125"/>
          </a:xfrm>
        </p:spPr>
        <p:txBody>
          <a:bodyPr/>
          <a:lstStyle/>
          <a:p>
            <a:r>
              <a:rPr lang="en-US"/>
              <a:t>Prepared by </a:t>
            </a:r>
            <a:r>
              <a:rPr lang="tr-TR"/>
              <a:t>(PRESENTOR NAME)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E587F-8D03-46EE-8765-B2B2B5186A9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492875"/>
            <a:ext cx="4114800" cy="365125"/>
          </a:xfrm>
        </p:spPr>
        <p:txBody>
          <a:bodyPr/>
          <a:lstStyle/>
          <a:p>
            <a:r>
              <a:rPr lang="tr-TR"/>
              <a:t>(SEMINAR NAME) </a:t>
            </a:r>
            <a:r>
              <a:rPr lang="en-US"/>
              <a:t>Presentation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920992"/>
      </p:ext>
    </p:extLst>
  </p:cSld>
  <p:clrMapOvr>
    <a:masterClrMapping/>
  </p:clrMapOvr>
</p:sld>
</file>

<file path=ppt/theme/theme1.xml><?xml version="1.0" encoding="utf-8"?>
<a:theme xmlns:a="http://schemas.openxmlformats.org/drawingml/2006/main" name="1_Özel Tasarı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2558</TotalTime>
  <Words>84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Bahnschrift Light</vt:lpstr>
      <vt:lpstr>Calibri</vt:lpstr>
      <vt:lpstr>Calibri Light</vt:lpstr>
      <vt:lpstr>Congenial UltraLight</vt:lpstr>
      <vt:lpstr>1_Özel Tasarım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Levent Cetin</dc:creator>
  <cp:lastModifiedBy>UnalD</cp:lastModifiedBy>
  <cp:revision>528</cp:revision>
  <dcterms:created xsi:type="dcterms:W3CDTF">2024-10-23T09:14:14Z</dcterms:created>
  <dcterms:modified xsi:type="dcterms:W3CDTF">2025-12-05T12:17:37Z</dcterms:modified>
</cp:coreProperties>
</file>